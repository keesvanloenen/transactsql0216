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1" r:id="rId5"/>
  </p:sldMasterIdLst>
  <p:sldIdLst>
    <p:sldId id="256" r:id="rId6"/>
    <p:sldId id="257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4DCED-9ABD-4A78-B166-4ADD2A16E69D}" v="2" dt="2022-03-07T08:21:55.866"/>
    <p1510:client id="{E380B6CC-AB64-4F2F-9B34-7559DEE96378}" v="1" dt="2022-03-07T08:24:02.936"/>
    <p1510:client id="{E42BB0F1-6FC0-4CCF-9B32-711510D946E1}" v="1" dt="2022-03-07T08:12:18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 van Loenen" userId="cd429927-46af-4b42-a443-ab76078f1dc6" providerId="ADAL" clId="{E380B6CC-AB64-4F2F-9B34-7559DEE96378}"/>
    <pc:docChg chg="modSld">
      <pc:chgData name="Kees van Loenen" userId="cd429927-46af-4b42-a443-ab76078f1dc6" providerId="ADAL" clId="{E380B6CC-AB64-4F2F-9B34-7559DEE96378}" dt="2022-03-07T08:24:02.936" v="0" actId="14100"/>
      <pc:docMkLst>
        <pc:docMk/>
      </pc:docMkLst>
      <pc:sldChg chg="modSp">
        <pc:chgData name="Kees van Loenen" userId="cd429927-46af-4b42-a443-ab76078f1dc6" providerId="ADAL" clId="{E380B6CC-AB64-4F2F-9B34-7559DEE96378}" dt="2022-03-07T08:24:02.936" v="0" actId="14100"/>
        <pc:sldMkLst>
          <pc:docMk/>
          <pc:sldMk cId="3476735872" sldId="257"/>
        </pc:sldMkLst>
        <pc:spChg chg="mod">
          <ac:chgData name="Kees van Loenen" userId="cd429927-46af-4b42-a443-ab76078f1dc6" providerId="ADAL" clId="{E380B6CC-AB64-4F2F-9B34-7559DEE96378}" dt="2022-03-07T08:24:02.936" v="0" actId="14100"/>
          <ac:spMkLst>
            <pc:docMk/>
            <pc:sldMk cId="3476735872" sldId="257"/>
            <ac:spMk id="40" creationId="{00000000-0000-0000-0000-000000000000}"/>
          </ac:spMkLst>
        </pc:spChg>
      </pc:sldChg>
    </pc:docChg>
  </pc:docChgLst>
  <pc:docChgLst>
    <pc:chgData name="Douwe van den Berg" userId="aac1a44b-7f36-41eb-aa0f-c2fd6f645da3" providerId="ADAL" clId="{1564DCED-9ABD-4A78-B166-4ADD2A16E69D}"/>
    <pc:docChg chg="custSel modSld">
      <pc:chgData name="Douwe van den Berg" userId="aac1a44b-7f36-41eb-aa0f-c2fd6f645da3" providerId="ADAL" clId="{1564DCED-9ABD-4A78-B166-4ADD2A16E69D}" dt="2022-03-07T08:22:02.096" v="34" actId="1076"/>
      <pc:docMkLst>
        <pc:docMk/>
      </pc:docMkLst>
      <pc:sldChg chg="modSp mod modClrScheme chgLayout">
        <pc:chgData name="Douwe van den Berg" userId="aac1a44b-7f36-41eb-aa0f-c2fd6f645da3" providerId="ADAL" clId="{1564DCED-9ABD-4A78-B166-4ADD2A16E69D}" dt="2022-03-07T08:21:34.803" v="32" actId="20577"/>
        <pc:sldMkLst>
          <pc:docMk/>
          <pc:sldMk cId="3058611279" sldId="256"/>
        </pc:sldMkLst>
        <pc:spChg chg="mod ord">
          <ac:chgData name="Douwe van den Berg" userId="aac1a44b-7f36-41eb-aa0f-c2fd6f645da3" providerId="ADAL" clId="{1564DCED-9ABD-4A78-B166-4ADD2A16E69D}" dt="2022-03-07T08:21:22.932" v="13" actId="700"/>
          <ac:spMkLst>
            <pc:docMk/>
            <pc:sldMk cId="3058611279" sldId="256"/>
            <ac:spMk id="2" creationId="{00000000-0000-0000-0000-000000000000}"/>
          </ac:spMkLst>
        </pc:spChg>
        <pc:spChg chg="mod ord">
          <ac:chgData name="Douwe van den Berg" userId="aac1a44b-7f36-41eb-aa0f-c2fd6f645da3" providerId="ADAL" clId="{1564DCED-9ABD-4A78-B166-4ADD2A16E69D}" dt="2022-03-07T08:21:34.803" v="32" actId="20577"/>
          <ac:spMkLst>
            <pc:docMk/>
            <pc:sldMk cId="3058611279" sldId="256"/>
            <ac:spMk id="3" creationId="{00000000-0000-0000-0000-000000000000}"/>
          </ac:spMkLst>
        </pc:spChg>
      </pc:sldChg>
      <pc:sldChg chg="addSp modSp mod">
        <pc:chgData name="Douwe van den Berg" userId="aac1a44b-7f36-41eb-aa0f-c2fd6f645da3" providerId="ADAL" clId="{1564DCED-9ABD-4A78-B166-4ADD2A16E69D}" dt="2022-03-07T08:22:02.096" v="34" actId="1076"/>
        <pc:sldMkLst>
          <pc:docMk/>
          <pc:sldMk cId="3476735872" sldId="257"/>
        </pc:sldMkLst>
        <pc:spChg chg="mod">
          <ac:chgData name="Douwe van den Berg" userId="aac1a44b-7f36-41eb-aa0f-c2fd6f645da3" providerId="ADAL" clId="{1564DCED-9ABD-4A78-B166-4ADD2A16E69D}" dt="2022-03-07T08:21:18.388" v="12"/>
          <ac:spMkLst>
            <pc:docMk/>
            <pc:sldMk cId="3476735872" sldId="257"/>
            <ac:spMk id="2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8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9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0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1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2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3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4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15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38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39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40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41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42" creationId="{00000000-0000-0000-0000-000000000000}"/>
          </ac:spMkLst>
        </pc:spChg>
        <pc:spChg chg="mod">
          <ac:chgData name="Douwe van den Berg" userId="aac1a44b-7f36-41eb-aa0f-c2fd6f645da3" providerId="ADAL" clId="{1564DCED-9ABD-4A78-B166-4ADD2A16E69D}" dt="2022-03-07T08:21:55.866" v="33" actId="164"/>
          <ac:spMkLst>
            <pc:docMk/>
            <pc:sldMk cId="3476735872" sldId="257"/>
            <ac:spMk id="43" creationId="{00000000-0000-0000-0000-000000000000}"/>
          </ac:spMkLst>
        </pc:spChg>
        <pc:grpChg chg="add mod">
          <ac:chgData name="Douwe van den Berg" userId="aac1a44b-7f36-41eb-aa0f-c2fd6f645da3" providerId="ADAL" clId="{1564DCED-9ABD-4A78-B166-4ADD2A16E69D}" dt="2022-03-07T08:22:02.096" v="34" actId="1076"/>
          <ac:grpSpMkLst>
            <pc:docMk/>
            <pc:sldMk cId="3476735872" sldId="257"/>
            <ac:grpSpMk id="3" creationId="{9339DBBE-553F-4F37-875A-D5BC50CD218D}"/>
          </ac:grpSpMkLst>
        </pc:grp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17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18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21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24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26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32" creationId="{00000000-0000-0000-0000-000000000000}"/>
          </ac:cxnSpMkLst>
        </pc:cxnChg>
        <pc:cxnChg chg="mod">
          <ac:chgData name="Douwe van den Berg" userId="aac1a44b-7f36-41eb-aa0f-c2fd6f645da3" providerId="ADAL" clId="{1564DCED-9ABD-4A78-B166-4ADD2A16E69D}" dt="2022-03-07T08:21:55.866" v="33" actId="164"/>
          <ac:cxnSpMkLst>
            <pc:docMk/>
            <pc:sldMk cId="3476735872" sldId="257"/>
            <ac:cxnSpMk id="35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862216"/>
            <a:ext cx="1558406" cy="47667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4B706E4-A4BE-477F-82CC-F72E42955C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837B75C-F199-4271-B6BD-AF8B451AE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  <p:sp>
        <p:nvSpPr>
          <p:cNvPr id="14" name="Toelichting 2">
            <a:extLst>
              <a:ext uri="{FF2B5EF4-FFF2-40B4-BE49-F238E27FC236}">
                <a16:creationId xmlns:a16="http://schemas.microsoft.com/office/drawing/2014/main" id="{D5AA82F1-8152-40F5-9057-E87AE0364625}"/>
              </a:ext>
            </a:extLst>
          </p:cNvPr>
          <p:cNvSpPr txBox="1"/>
          <p:nvPr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</p:spTree>
    <p:extLst>
      <p:ext uri="{BB962C8B-B14F-4D97-AF65-F5344CB8AC3E}">
        <p14:creationId xmlns:p14="http://schemas.microsoft.com/office/powerpoint/2010/main" val="73804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2800"/>
            <a:ext cx="2664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0800"/>
            <a:ext cx="1558800" cy="4752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32BD0861-2791-419F-BCA1-D4601FCA4B85}"/>
              </a:ext>
            </a:extLst>
          </p:cNvPr>
          <p:cNvGrpSpPr/>
          <p:nvPr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BE99F4A9-BFCA-4F5F-952E-85C3599F3E71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35CD95FF-2E0D-4FC8-85CB-BFD94B756A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0D306B90-0F35-4FFC-BE52-3FA8EBEDD2C4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9849B456-C437-4DDB-9989-358F6DADBB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82C270EB-D26F-4560-ABAD-921524997EAB}"/>
              </a:ext>
            </a:extLst>
          </p:cNvPr>
          <p:cNvSpPr txBox="1"/>
          <p:nvPr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7D803087-9477-4001-A5DD-CB2A244025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5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6400"/>
            <a:ext cx="2700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4400"/>
            <a:ext cx="1548000" cy="4716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BE146738-8187-4BD2-A109-7553796348B6}"/>
              </a:ext>
            </a:extLst>
          </p:cNvPr>
          <p:cNvGrpSpPr/>
          <p:nvPr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2DBC996F-99C8-4D5B-AEDD-8F14050228D9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1939F5F1-5D4F-4461-9A94-52EF82EE60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57ECED57-F7F9-4D97-A1AA-0E4CB7F905C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FB007FD4-75A6-4597-BC31-9C0ABA112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4AC97971-A551-4EFE-A7DF-0E5E3603CC1D}"/>
              </a:ext>
            </a:extLst>
          </p:cNvPr>
          <p:cNvSpPr txBox="1"/>
          <p:nvPr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59CBA8FD-0EFF-4BD9-A350-B4A42F50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7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699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Rechthoekige driehoek 7">
            <a:extLst>
              <a:ext uri="{FF2B5EF4-FFF2-40B4-BE49-F238E27FC236}">
                <a16:creationId xmlns:a16="http://schemas.microsoft.com/office/drawing/2014/main" id="{FC531A8F-4551-47F9-9AFA-3A736CB2DFE5}"/>
              </a:ext>
            </a:extLst>
          </p:cNvPr>
          <p:cNvSpPr/>
          <p:nvPr/>
        </p:nvSpPr>
        <p:spPr>
          <a:xfrm rot="5400000">
            <a:off x="11400000" y="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771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ige driehoek 8">
            <a:extLst>
              <a:ext uri="{FF2B5EF4-FFF2-40B4-BE49-F238E27FC236}">
                <a16:creationId xmlns:a16="http://schemas.microsoft.com/office/drawing/2014/main" id="{78D48DBC-5B26-413F-A3E8-6F3FE44EA963}"/>
              </a:ext>
            </a:extLst>
          </p:cNvPr>
          <p:cNvSpPr/>
          <p:nvPr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B1DF3A1-5262-49FE-9270-4B82F9B651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66" t="7174" b="9213"/>
          <a:stretch/>
        </p:blipFill>
        <p:spPr>
          <a:xfrm>
            <a:off x="11400000" y="719999"/>
            <a:ext cx="792000" cy="22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2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9ECE23F0-8627-4716-9A95-9334C2FD8F75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185392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149F7343-3255-4669-BB27-E19C7C251BBF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10999A3-CC12-4256-8358-55235AB7EC4C}"/>
              </a:ext>
            </a:extLst>
          </p:cNvPr>
          <p:cNvSpPr/>
          <p:nvPr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EBFD891-2548-42D0-AE0F-1CF58D53C1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7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2342063-D022-4768-B718-C02E5CFEA66D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BF89029-8F84-44A7-B3C8-42E761FBC24F}"/>
              </a:ext>
            </a:extLst>
          </p:cNvPr>
          <p:cNvSpPr/>
          <p:nvPr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1ECE704-6F3F-4A17-91CB-0E8E0800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007" y="5163165"/>
            <a:ext cx="1767993" cy="16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1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AE071F3-A4E4-4B65-B53D-260EF67AF5FD}"/>
              </a:ext>
            </a:extLst>
          </p:cNvPr>
          <p:cNvSpPr txBox="1"/>
          <p:nvPr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294141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x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/>
          <p:cNvSpPr>
            <a:spLocks noGrp="1"/>
          </p:cNvSpPr>
          <p:nvPr>
            <p:ph type="pic" sz="quarter" idx="10" hasCustomPrompt="1"/>
          </p:nvPr>
        </p:nvSpPr>
        <p:spPr>
          <a:xfrm>
            <a:off x="7920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 dirty="0"/>
              <a:t>   afbeelding </a:t>
            </a:r>
          </a:p>
        </p:txBody>
      </p:sp>
      <p:sp>
        <p:nvSpPr>
          <p:cNvPr id="13" name="Tijdelijke aanduiding voor afbeelding 7"/>
          <p:cNvSpPr>
            <a:spLocks noGrp="1"/>
          </p:cNvSpPr>
          <p:nvPr>
            <p:ph type="pic" sz="quarter" idx="17" hasCustomPrompt="1"/>
          </p:nvPr>
        </p:nvSpPr>
        <p:spPr>
          <a:xfrm>
            <a:off x="44766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15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81612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0" hasCustomPrompt="1"/>
          </p:nvPr>
        </p:nvSpPr>
        <p:spPr>
          <a:xfrm>
            <a:off x="44766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2" name="Tijdelijke aanduiding voor teks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612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653371-7DF9-43F3-A744-BB311A26AD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16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en voorstellen 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2799762" y="0"/>
            <a:ext cx="939224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9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00664"/>
            <a:ext cx="4320000" cy="5215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347" b="1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[functie]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8" hasCustomPrompt="1"/>
          </p:nvPr>
        </p:nvSpPr>
        <p:spPr>
          <a:xfrm>
            <a:off x="792000" y="2122185"/>
            <a:ext cx="4320000" cy="4646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[e-mailadres]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C5E712C-5496-4582-9FCF-C3F14CF78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5864400"/>
            <a:ext cx="1548000" cy="46460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C6EC026-02AE-43ED-B54C-523EEAEF44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20000"/>
            <a:ext cx="9864000" cy="837122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[naam]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6CFA03C9-356F-461D-84CC-49E7736E5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000" y="2586788"/>
            <a:ext cx="4320000" cy="1771509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[andere contactinfo, b.v. LinkedIn]</a:t>
            </a:r>
          </a:p>
        </p:txBody>
      </p:sp>
    </p:spTree>
    <p:extLst>
      <p:ext uri="{BB962C8B-B14F-4D97-AF65-F5344CB8AC3E}">
        <p14:creationId xmlns:p14="http://schemas.microsoft.com/office/powerpoint/2010/main" val="3461291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2"/>
          </p:nvPr>
        </p:nvSpPr>
        <p:spPr>
          <a:xfrm>
            <a:off x="8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media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703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20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82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6990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hthoekige driehoek 2">
            <a:extLst>
              <a:ext uri="{FF2B5EF4-FFF2-40B4-BE49-F238E27FC236}">
                <a16:creationId xmlns:a16="http://schemas.microsoft.com/office/drawing/2014/main" id="{095CAFC6-5277-4CDE-9614-4E898AC231F9}"/>
              </a:ext>
            </a:extLst>
          </p:cNvPr>
          <p:cNvSpPr/>
          <p:nvPr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050CDE-221E-4E1C-8123-F90126286791}"/>
              </a:ext>
            </a:extLst>
          </p:cNvPr>
          <p:cNvSpPr/>
          <p:nvPr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8271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fsluitgroe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0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0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2626974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i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AC0D48FD-529E-4A93-8565-3D666AA793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22" y="2997593"/>
            <a:ext cx="2823757" cy="8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7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FC45-6C7C-410B-BCC8-8F7308DDFB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F56F-F86F-4C09-9220-3AA0A5232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FC45-6C7C-410B-BCC8-8F7308DDFB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F56F-F86F-4C09-9220-3AA0A5232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37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862216"/>
            <a:ext cx="1558406" cy="47667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4B706E4-A4BE-477F-82CC-F72E42955C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grpSp>
        <p:nvGrpSpPr>
          <p:cNvPr id="23" name="Groep 22">
            <a:extLst>
              <a:ext uri="{FF2B5EF4-FFF2-40B4-BE49-F238E27FC236}">
                <a16:creationId xmlns:a16="http://schemas.microsoft.com/office/drawing/2014/main" id="{3E8A8880-7730-431F-AE9A-DCBC5EAC42B7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5" name="Toelichting 2">
              <a:extLst>
                <a:ext uri="{FF2B5EF4-FFF2-40B4-BE49-F238E27FC236}">
                  <a16:creationId xmlns:a16="http://schemas.microsoft.com/office/drawing/2014/main" id="{9B34B3FE-E4AE-40DF-A09E-426A8F12D9BB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26" name="Afbeelding 25">
              <a:extLst>
                <a:ext uri="{FF2B5EF4-FFF2-40B4-BE49-F238E27FC236}">
                  <a16:creationId xmlns:a16="http://schemas.microsoft.com/office/drawing/2014/main" id="{5143361C-5DF2-431A-B9F5-9276F41464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27" name="Pijl: links 26">
              <a:extLst>
                <a:ext uri="{FF2B5EF4-FFF2-40B4-BE49-F238E27FC236}">
                  <a16:creationId xmlns:a16="http://schemas.microsoft.com/office/drawing/2014/main" id="{2079E277-138B-4D33-A24B-0E7044E0F4FD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28" name="Afbeelding 27">
              <a:extLst>
                <a:ext uri="{FF2B5EF4-FFF2-40B4-BE49-F238E27FC236}">
                  <a16:creationId xmlns:a16="http://schemas.microsoft.com/office/drawing/2014/main" id="{EC6B0999-D8A9-4161-B730-BEA0100F89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29" name="Toelichting 2">
            <a:extLst>
              <a:ext uri="{FF2B5EF4-FFF2-40B4-BE49-F238E27FC236}">
                <a16:creationId xmlns:a16="http://schemas.microsoft.com/office/drawing/2014/main" id="{957417A6-5F27-48D9-B170-4BED8FE7BAA6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43CC7DDC-CD82-4FB1-8596-4110825613F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85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2800"/>
            <a:ext cx="2664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0800"/>
            <a:ext cx="1558800" cy="4752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7029A24-C4D9-4030-9EB9-B0AC9C928DD2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AA8F4D99-C6D1-4E3C-BCE8-1443EF8F17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0430BE02-109A-4EEF-86E9-08F08B9A5B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B1B51437-2FDF-40FC-9165-6D7A436D1791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7C6A46C7-C03B-4B7E-862B-524979AF0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EF5C04AE-D2D7-4820-9ADC-EFACB74857C0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2D0D723-0A3F-4B3F-9DCA-59A99E05F2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61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rgbClr val="5F5F5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6400"/>
            <a:ext cx="2700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4400"/>
            <a:ext cx="1548000" cy="4716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E2380242-DE04-4C4B-B979-553CA11513C5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1D4479E5-5FDD-46FA-9115-AB83010D4E99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accent2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48035117-054C-4798-9992-D78FD4BDF7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5643A25E-239B-44F4-8563-1FA0F9B88AAF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C5A9B3AC-B383-4C9B-BD10-10F2C56A21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7D5D2241-B490-4F41-BEC3-53F45C84B0B5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Licht of donker</a:t>
            </a: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>
              <a:lnSpc>
                <a:spcPct val="100000"/>
              </a:lnSpc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tab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Ontwerpen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sz="10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het gewenste ontwerp.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b="0" i="1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Let op: eventueel handmatig opgemaakte dia’s worden </a:t>
            </a:r>
            <a:r>
              <a:rPr lang="nl-NL" sz="1000" b="0" i="1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niet</a:t>
            </a:r>
            <a:r>
              <a:rPr lang="nl-NL" sz="1000" b="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457FD49A-98E0-428B-A504-647F1B67AD5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290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0907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Rechthoekige driehoek 7">
            <a:extLst>
              <a:ext uri="{FF2B5EF4-FFF2-40B4-BE49-F238E27FC236}">
                <a16:creationId xmlns:a16="http://schemas.microsoft.com/office/drawing/2014/main" id="{FC531A8F-4551-47F9-9AFA-3A736CB2DFE5}"/>
              </a:ext>
            </a:extLst>
          </p:cNvPr>
          <p:cNvSpPr/>
          <p:nvPr userDrawn="1"/>
        </p:nvSpPr>
        <p:spPr>
          <a:xfrm rot="5400000">
            <a:off x="11400000" y="0"/>
            <a:ext cx="792000" cy="792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16958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ige driehoek 8">
            <a:extLst>
              <a:ext uri="{FF2B5EF4-FFF2-40B4-BE49-F238E27FC236}">
                <a16:creationId xmlns:a16="http://schemas.microsoft.com/office/drawing/2014/main" id="{78D48DBC-5B26-413F-A3E8-6F3FE44EA963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B1DF3A1-5262-49FE-9270-4B82F9B6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766" t="7174" b="9213"/>
          <a:stretch/>
        </p:blipFill>
        <p:spPr>
          <a:xfrm>
            <a:off x="11400000" y="719999"/>
            <a:ext cx="792000" cy="22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94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9ECE23F0-8627-4716-9A95-9334C2FD8F75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3543368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hoekige driehoek 19">
            <a:extLst>
              <a:ext uri="{FF2B5EF4-FFF2-40B4-BE49-F238E27FC236}">
                <a16:creationId xmlns:a16="http://schemas.microsoft.com/office/drawing/2014/main" id="{407D44EA-1D44-4444-B862-4E1D768999CB}"/>
              </a:ext>
            </a:extLst>
          </p:cNvPr>
          <p:cNvSpPr/>
          <p:nvPr userDrawn="1"/>
        </p:nvSpPr>
        <p:spPr>
          <a:xfrm rot="5400000">
            <a:off x="0" y="0"/>
            <a:ext cx="792000" cy="792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149F7343-3255-4669-BB27-E19C7C251BBF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10999A3-CC12-4256-8358-55235AB7EC4C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EBFD891-2548-42D0-AE0F-1CF58D53C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27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>
                <a:solidFill>
                  <a:srgbClr val="5F5F5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2342063-D022-4768-B718-C02E5CFEA66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BF89029-8F84-44A7-B3C8-42E761FBC24F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1ECE704-6F3F-4A17-91CB-0E8E08001B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007" y="5163165"/>
            <a:ext cx="1767993" cy="16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140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>
                <a:solidFill>
                  <a:srgbClr val="5F5F5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AE071F3-A4E4-4B65-B53D-260EF67AF5F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accent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blokje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open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‘tilde’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nummers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10570059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x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/>
          <p:cNvSpPr>
            <a:spLocks noGrp="1"/>
          </p:cNvSpPr>
          <p:nvPr>
            <p:ph type="pic" sz="quarter" idx="10" hasCustomPrompt="1"/>
          </p:nvPr>
        </p:nvSpPr>
        <p:spPr>
          <a:xfrm>
            <a:off x="7920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lnSpc>
                <a:spcPct val="120000"/>
              </a:lnSpc>
              <a:buNone/>
              <a:defRPr sz="1877">
                <a:solidFill>
                  <a:srgbClr val="5F5F5F"/>
                </a:solidFill>
                <a:latin typeface="Arial"/>
                <a:cs typeface="Arial"/>
              </a:defRPr>
            </a:lvl1pPr>
          </a:lstStyle>
          <a:p>
            <a:r>
              <a:rPr lang="nl-NL" dirty="0"/>
              <a:t>   afbeelding </a:t>
            </a:r>
          </a:p>
        </p:txBody>
      </p:sp>
      <p:sp>
        <p:nvSpPr>
          <p:cNvPr id="13" name="Tijdelijke aanduiding voor afbeelding 7"/>
          <p:cNvSpPr>
            <a:spLocks noGrp="1"/>
          </p:cNvSpPr>
          <p:nvPr>
            <p:ph type="pic" sz="quarter" idx="17" hasCustomPrompt="1"/>
          </p:nvPr>
        </p:nvSpPr>
        <p:spPr>
          <a:xfrm>
            <a:off x="44766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lnSpc>
                <a:spcPct val="120000"/>
              </a:lnSpc>
              <a:buNone/>
              <a:defRPr sz="1877">
                <a:solidFill>
                  <a:srgbClr val="5F5F5F"/>
                </a:solidFill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15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81612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lnSpc>
                <a:spcPct val="120000"/>
              </a:lnSpc>
              <a:buNone/>
              <a:defRPr sz="1877">
                <a:solidFill>
                  <a:srgbClr val="5F5F5F"/>
                </a:solidFill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0" hasCustomPrompt="1"/>
          </p:nvPr>
        </p:nvSpPr>
        <p:spPr>
          <a:xfrm>
            <a:off x="44766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2" name="Tijdelijke aanduiding voor teks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612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9" name="Rechthoekige driehoek 8">
            <a:extLst>
              <a:ext uri="{FF2B5EF4-FFF2-40B4-BE49-F238E27FC236}">
                <a16:creationId xmlns:a16="http://schemas.microsoft.com/office/drawing/2014/main" id="{9C51F134-137F-4BF3-9A97-480E30E344AA}"/>
              </a:ext>
            </a:extLst>
          </p:cNvPr>
          <p:cNvSpPr/>
          <p:nvPr userDrawn="1"/>
        </p:nvSpPr>
        <p:spPr>
          <a:xfrm rot="5400000">
            <a:off x="0" y="0"/>
            <a:ext cx="792000" cy="792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1BDAA57A-66F3-4443-82D1-C061603D75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995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 voorstellen 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/>
          <p:cNvSpPr>
            <a:spLocks noGrp="1"/>
          </p:cNvSpPr>
          <p:nvPr>
            <p:ph type="pic" sz="quarter" idx="18"/>
          </p:nvPr>
        </p:nvSpPr>
        <p:spPr>
          <a:xfrm>
            <a:off x="2799762" y="0"/>
            <a:ext cx="939224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solidFill>
                  <a:srgbClr val="5F5F5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77600" y="1600664"/>
            <a:ext cx="4320000" cy="5215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347" b="1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[functie]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8" hasCustomPrompt="1"/>
          </p:nvPr>
        </p:nvSpPr>
        <p:spPr>
          <a:xfrm>
            <a:off x="777600" y="2122185"/>
            <a:ext cx="4320000" cy="4646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[e-mailadres]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C5E712C-5496-4582-9FCF-C3F14CF78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41" y="5864400"/>
            <a:ext cx="1520518" cy="46460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C6EC026-02AE-43ED-B54C-523EEAEF44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20000"/>
            <a:ext cx="9864000" cy="837122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[naam]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6CFA03C9-356F-461D-84CC-49E7736E5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7600" y="2586788"/>
            <a:ext cx="4320000" cy="1771509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chemeClr val="bg1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[andere contactinfo, b.v. LinkedIn]</a:t>
            </a:r>
          </a:p>
        </p:txBody>
      </p:sp>
    </p:spTree>
    <p:extLst>
      <p:ext uri="{BB962C8B-B14F-4D97-AF65-F5344CB8AC3E}">
        <p14:creationId xmlns:p14="http://schemas.microsoft.com/office/powerpoint/2010/main" val="783139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2"/>
          </p:nvPr>
        </p:nvSpPr>
        <p:spPr>
          <a:xfrm>
            <a:off x="8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>
                <a:solidFill>
                  <a:srgbClr val="5F5F5F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518054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20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973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4721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hthoekige driehoek 2">
            <a:extLst>
              <a:ext uri="{FF2B5EF4-FFF2-40B4-BE49-F238E27FC236}">
                <a16:creationId xmlns:a16="http://schemas.microsoft.com/office/drawing/2014/main" id="{095CAFC6-5277-4CDE-9614-4E898AC231F9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050CDE-221E-4E1C-8123-F90126286791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4650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groe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0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0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9283307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AC0D48FD-529E-4A93-8565-3D666AA79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22" y="2997593"/>
            <a:ext cx="2823757" cy="8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55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/>
        </p:nvSpPr>
        <p:spPr>
          <a:xfrm flipH="1">
            <a:off x="792000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975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80000"/>
        <a:buFont typeface="Arial" panose="020B0604020202020204" pitchFamily="34" charset="0"/>
        <a:buChar char="□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90000"/>
        <a:buFont typeface="Arial" panose="020B0604020202020204" pitchFamily="34" charset="0"/>
        <a:buChar char="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~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360000" algn="l" defTabSz="914400" rtl="0" eaLnBrk="1" latinLnBrk="0" hangingPunct="1">
        <a:lnSpc>
          <a:spcPct val="120000"/>
        </a:lnSpc>
        <a:spcBef>
          <a:spcPts val="0"/>
        </a:spcBef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F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/>
        </p:nvSpPr>
        <p:spPr>
          <a:xfrm flipH="1">
            <a:off x="792000" y="999026"/>
            <a:ext cx="198000" cy="198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58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80000"/>
        <a:buFont typeface="Arial" panose="020B0604020202020204" pitchFamily="34" charset="0"/>
        <a:buChar char="□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90000"/>
        <a:buFont typeface="Arial" panose="020B0604020202020204" pitchFamily="34" charset="0"/>
        <a:buChar char="○"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~"/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kern="1200">
          <a:solidFill>
            <a:schemeClr val="bg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8pPr>
      <a:lvl9pPr marL="360000" indent="-360000" algn="l" defTabSz="914400" rtl="0" eaLnBrk="1" latinLnBrk="0" hangingPunct="1">
        <a:lnSpc>
          <a:spcPct val="120000"/>
        </a:lnSpc>
        <a:spcBef>
          <a:spcPts val="0"/>
        </a:spcBef>
        <a:buFont typeface="+mj-lt"/>
        <a:buAutoNum type="arabicPeriod"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Domains and courses</a:t>
            </a:r>
          </a:p>
        </p:txBody>
      </p:sp>
    </p:spTree>
    <p:extLst>
      <p:ext uri="{BB962C8B-B14F-4D97-AF65-F5344CB8AC3E}">
        <p14:creationId xmlns:p14="http://schemas.microsoft.com/office/powerpoint/2010/main" val="305861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9385"/>
            <a:ext cx="6463058" cy="181244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339DBBE-553F-4F37-875A-D5BC50CD218D}"/>
              </a:ext>
            </a:extLst>
          </p:cNvPr>
          <p:cNvGrpSpPr/>
          <p:nvPr/>
        </p:nvGrpSpPr>
        <p:grpSpPr>
          <a:xfrm>
            <a:off x="7914449" y="847767"/>
            <a:ext cx="4119743" cy="4558076"/>
            <a:chOff x="7969867" y="1632857"/>
            <a:chExt cx="4119743" cy="4558076"/>
          </a:xfrm>
        </p:grpSpPr>
        <p:sp>
          <p:nvSpPr>
            <p:cNvPr id="8" name="TextBox 7"/>
            <p:cNvSpPr txBox="1"/>
            <p:nvPr/>
          </p:nvSpPr>
          <p:spPr>
            <a:xfrm>
              <a:off x="9169544" y="1632857"/>
              <a:ext cx="1641112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Info Support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991883" y="2817435"/>
              <a:ext cx="724772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Staff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445312" y="2798791"/>
              <a:ext cx="495993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69867" y="3902963"/>
              <a:ext cx="1219268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Reception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297007" y="3902963"/>
              <a:ext cx="578816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45312" y="3904704"/>
              <a:ext cx="730688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Apps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39564" y="5036612"/>
              <a:ext cx="1133815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Frontend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774226" y="5036612"/>
              <a:ext cx="1133815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Backend</a:t>
              </a:r>
            </a:p>
          </p:txBody>
        </p:sp>
        <p:cxnSp>
          <p:nvCxnSpPr>
            <p:cNvPr id="17" name="Straight Connector 16"/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9354269" y="2002189"/>
              <a:ext cx="635831" cy="815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9990100" y="2002189"/>
              <a:ext cx="703209" cy="7966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10693309" y="3168123"/>
              <a:ext cx="117347" cy="7365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10006472" y="4274036"/>
              <a:ext cx="804184" cy="7625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10810656" y="4274036"/>
              <a:ext cx="530478" cy="7625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cxnSpLocks/>
              <a:stCxn id="9" idx="2"/>
              <a:endCxn id="11" idx="0"/>
            </p:cNvCxnSpPr>
            <p:nvPr/>
          </p:nvCxnSpPr>
          <p:spPr>
            <a:xfrm flipH="1">
              <a:off x="8579501" y="3186767"/>
              <a:ext cx="774768" cy="7161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9354269" y="3186767"/>
              <a:ext cx="232146" cy="7161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1022222" y="2679149"/>
              <a:ext cx="1067388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DevOps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022221" y="3068652"/>
              <a:ext cx="1067388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Security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449635" y="5530010"/>
              <a:ext cx="688245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HTML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774227" y="5524431"/>
              <a:ext cx="495993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C#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774226" y="5913934"/>
              <a:ext cx="495993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Java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315202" y="4379029"/>
              <a:ext cx="495993" cy="2769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AVG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0168194-C306-4397-B307-C3372BFECCCF}"/>
              </a:ext>
            </a:extLst>
          </p:cNvPr>
          <p:cNvSpPr txBox="1"/>
          <p:nvPr/>
        </p:nvSpPr>
        <p:spPr>
          <a:xfrm>
            <a:off x="921780" y="3536413"/>
            <a:ext cx="2965695" cy="280076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nl-NL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domains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domain_name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parent_id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'Info Support'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NULL),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Staff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'IT'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Reception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'HR'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'Apps'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'Backend'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6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Frontend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6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nl-N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57FC15-3C92-41D8-8C49-6B281779706C}"/>
              </a:ext>
            </a:extLst>
          </p:cNvPr>
          <p:cNvSpPr txBox="1"/>
          <p:nvPr/>
        </p:nvSpPr>
        <p:spPr>
          <a:xfrm>
            <a:off x="4641785" y="3544865"/>
            <a:ext cx="2965695" cy="230832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nl-NL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courses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course_name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domain_id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DevOps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'Security'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'HTML'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7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'C#'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8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'AVG'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5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nl-NL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'Java'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8</a:t>
            </a:r>
            <a:r>
              <a:rPr lang="nl-NL" sz="16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476735872"/>
      </p:ext>
    </p:extLst>
  </p:cSld>
  <p:clrMapOvr>
    <a:masterClrMapping/>
  </p:clrMapOvr>
</p:sld>
</file>

<file path=ppt/theme/theme1.xml><?xml version="1.0" encoding="utf-8"?>
<a:theme xmlns:a="http://schemas.openxmlformats.org/drawingml/2006/main" name="Info Support - lich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0EA9C180-1A22-4A45-B49A-18B34D21D7EC}" vid="{C6DD1325-3EF6-4A1B-9D58-3AFF238EEB21}"/>
    </a:ext>
  </a:extLst>
</a:theme>
</file>

<file path=ppt/theme/theme2.xml><?xml version="1.0" encoding="utf-8"?>
<a:theme xmlns:a="http://schemas.openxmlformats.org/drawingml/2006/main" name="Info Support - donker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0EA9C180-1A22-4A45-B49A-18B34D21D7EC}" vid="{F554193B-1C84-42AA-AF12-7F3B8C55037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E817F5025E4B41AB99E3C3B0EC6FB0" ma:contentTypeVersion="12" ma:contentTypeDescription="Create a new document." ma:contentTypeScope="" ma:versionID="e41bddcfade02adb3d5f00abf28edc47">
  <xsd:schema xmlns:xsd="http://www.w3.org/2001/XMLSchema" xmlns:xs="http://www.w3.org/2001/XMLSchema" xmlns:p="http://schemas.microsoft.com/office/2006/metadata/properties" xmlns:ns2="566ce7d3-67d4-4aa5-864e-9c1a57638d7b" xmlns:ns3="e0f81bee-13c5-4f74-9678-f5a99b40029b" targetNamespace="http://schemas.microsoft.com/office/2006/metadata/properties" ma:root="true" ma:fieldsID="f29ca1aab6036d99e08343d9e0a36593" ns2:_="" ns3:_="">
    <xsd:import namespace="566ce7d3-67d4-4aa5-864e-9c1a57638d7b"/>
    <xsd:import namespace="e0f81bee-13c5-4f74-9678-f5a99b400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ce7d3-67d4-4aa5-864e-9c1a57638d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81bee-13c5-4f74-9678-f5a99b40029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DE3F15-EF9E-4E50-9D34-0159C487C9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6ce7d3-67d4-4aa5-864e-9c1a57638d7b"/>
    <ds:schemaRef ds:uri="e0f81bee-13c5-4f74-9678-f5a99b400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FBAE78-E002-4D4F-90FC-55E79FD392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0BBC5A-7D5D-4159-AFAE-176E1D2FDA21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e0f81bee-13c5-4f74-9678-f5a99b40029b"/>
    <ds:schemaRef ds:uri="566ce7d3-67d4-4aa5-864e-9c1a57638d7b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Info Support presentatie_FINAL</Template>
  <TotalTime>1</TotalTime>
  <Words>124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Consolas</vt:lpstr>
      <vt:lpstr>Info Support - licht</vt:lpstr>
      <vt:lpstr>Info Support - donker</vt:lpstr>
      <vt:lpstr>Recursion example</vt:lpstr>
      <vt:lpstr>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Recursie voorbeeld</dc:title>
  <dc:creator>Student</dc:creator>
  <cp:lastModifiedBy>Kees van Loenen</cp:lastModifiedBy>
  <cp:revision>5</cp:revision>
  <dcterms:created xsi:type="dcterms:W3CDTF">2017-11-21T09:05:02Z</dcterms:created>
  <dcterms:modified xsi:type="dcterms:W3CDTF">2025-09-14T13:12:12Z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0x01010057E817F5025E4B41AB99E3C3B0EC6FB0</vt:lpwstr>
  </property>
</Properties>
</file>